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8" d="100"/>
          <a:sy n="58" d="100"/>
        </p:scale>
        <p:origin x="6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56432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CleanWave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Service Management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System Analysis &amp; Design Documentation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84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SENG 8240 – Best Programming Practices &amp; Design Patterns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58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RUDASINGWA NSHUTI Bonheur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RUTARINDWA JEAN PIERRE  |  Academic Year: 2025/2026, Semester II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TOPIC &amp; 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&amp; Case Study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</a:rPr>
              <a:t>SENG 8240 – Best Programming Practices &amp; Design Patterns  |  CleanWave LSMS  |  2025/2026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931920" cy="338328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3931920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TOPIC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Best Programming Practices and Design Patterns in Developing a Laundry Service Management System (LSMS)
</a:t>
            </a:r>
            <a:r>
              <a:rPr lang="en-US" sz="120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use of the MVC design pattern, RESTful API design, JWT authentication, input validation, and containerization using Docker.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931920" cy="338328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34440"/>
            <a:ext cx="3931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CASE STUDY — CleanWave Ltd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CleanWave Ltd</a:t>
            </a:r>
            <a:r>
              <a:rPr lang="en-US" sz="120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laundry and dry-cleaning company based in Kigali, Rwanda.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provides pickup, washing, ironing, and delivery services to households and businesses.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Currently, CleanWave operates manually — using phone calls and paper records — leading to errors, delays, and poor customer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</a:rPr>
              <a:t>SENG 8240 – Best Programming Practices &amp; Design Patterns  |  CleanWave LSMS  |  2025/2026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51760" cy="1417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4114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307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Tracking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61848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recorded on paper. Staff cannot check order status in real time, leading to lost or forgotten orders.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51760" cy="1417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34440"/>
            <a:ext cx="4114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3444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1307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Payment Recording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161848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collected and written in notebooks. There is no way to verify if a customer has paid or track outstanding balances.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651760" cy="1417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34440"/>
            <a:ext cx="4114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3444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1307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Visibility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161848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receive verbal instructions. There is no system to assign, track, or confirm deliveries digitally.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2651760" cy="1417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34640"/>
            <a:ext cx="4114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3464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29077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21868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staff share the same information with no separation. Counter staff can see driver data; drivers can modify orders.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834640"/>
            <a:ext cx="2651760" cy="1417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834640"/>
            <a:ext cx="4114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83464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03320" y="29077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Scattered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03320" y="321868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(phone, address, order history) are stored in multiple notebooks — impossible to search or analyze.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2834640"/>
            <a:ext cx="2651760" cy="14173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2834640"/>
            <a:ext cx="41148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83464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557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29077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21868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LSMS with JWT-secured REST API, role-based access, real-time order pipeline, and Dockerized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FUNCTIONAL DIAGRAM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Diagram — How CleanWave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</a:rPr>
              <a:t>SENG 8240 – Best Programming Practices &amp; Design Patterns  |  CleanWave LSMS  |  2025/2026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463040" cy="11887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23444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55648" y="1719072"/>
            <a:ext cx="347472" cy="54864"/>
          </a:xfrm>
          <a:prstGeom prst="rect">
            <a:avLst/>
          </a:prstGeom>
          <a:solidFill>
            <a:srgbClr val="6B8FA8"/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627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1234440"/>
            <a:ext cx="146304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123444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1719072"/>
            <a:ext cx="347472" cy="54864"/>
          </a:xfrm>
          <a:prstGeom prst="rect">
            <a:avLst/>
          </a:prstGeom>
          <a:solidFill>
            <a:srgbClr val="6B8FA8"/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627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234440"/>
            <a:ext cx="1463040" cy="11887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123444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Laundry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56048" y="1719072"/>
            <a:ext cx="347472" cy="54864"/>
          </a:xfrm>
          <a:prstGeom prst="rect">
            <a:avLst/>
          </a:prstGeom>
          <a:solidFill>
            <a:srgbClr val="6B8FA8"/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627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1234440"/>
            <a:ext cx="146304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123444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56248" y="1719072"/>
            <a:ext cx="347472" cy="54864"/>
          </a:xfrm>
          <a:prstGeom prst="rect">
            <a:avLst/>
          </a:prstGeom>
          <a:solidFill>
            <a:srgbClr val="6B8FA8"/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627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1234440"/>
            <a:ext cx="1463040" cy="11887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123444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Delivery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Assignment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2514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 / name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27706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 saved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30266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Assigned ID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74520" y="2514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 to customer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74520" y="27706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amount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74520" y="30266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 counter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0" y="2514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received→sorting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0" y="27706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washing→drying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0" y="30266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ironing→ready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2514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 / M-Money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27706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 payment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74920" y="30266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 to order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75120" y="2514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 driver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75120" y="27706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status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75120" y="30266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 delivered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206240"/>
            <a:ext cx="8321040" cy="59436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2062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557"/>
                </a:solidFill>
              </a:rPr>
              <a:t>Roles Involved: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37360" y="4343400"/>
            <a:ext cx="1005840" cy="32004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3736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Admin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17520" y="4343400"/>
            <a:ext cx="10058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Counter Staff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4343400"/>
            <a:ext cx="10058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Driver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035040" y="4343400"/>
            <a:ext cx="1005840" cy="320040"/>
          </a:xfrm>
          <a:prstGeom prst="rect">
            <a:avLst/>
          </a:prstGeom>
          <a:solidFill>
            <a:srgbClr val="6B8FA8"/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Technician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USE CASE DIAGRAM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</a:rPr>
              <a:t>SENG 8240 – Best Programming Practices &amp; Design Patterns  |  CleanWave LSMS  |  2025/2026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943600" cy="3520440"/>
          </a:xfrm>
          <a:prstGeom prst="rect">
            <a:avLst/>
          </a:prstGeom>
          <a:solidFill>
            <a:srgbClr val="F0F7FA"/>
          </a:solidFill>
          <a:ln w="19050">
            <a:solidFill>
              <a:srgbClr val="B8D6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9456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2331720" cy="352044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234440"/>
            <a:ext cx="2331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234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About This Diagram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1783080"/>
            <a:ext cx="2148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system actors (Admin, Counter, Driver, Technician) and the use cases they interact with, including login, manage orders, process payments, and track deliveries.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3977640"/>
            <a:ext cx="214884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557"/>
                </a:solidFill>
              </a:rPr>
              <a:t>Diagram 5 of 9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16429C7-8E17-B63F-178F-6DFB02B8A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234439"/>
            <a:ext cx="5989321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CLASS DIAGRAM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</a:rPr>
              <a:t>SENG 8240 – Best Programming Practices &amp; Design Patterns  |  CleanWave LSMS  |  2025/2026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943600" cy="3520440"/>
          </a:xfrm>
          <a:prstGeom prst="rect">
            <a:avLst/>
          </a:prstGeom>
          <a:solidFill>
            <a:srgbClr val="F0F7FA"/>
          </a:solidFill>
          <a:ln w="19050">
            <a:solidFill>
              <a:srgbClr val="B8D6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9456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2331720" cy="352044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234440"/>
            <a:ext cx="2331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234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About This Diagram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1783080"/>
            <a:ext cx="2148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main classes: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Customer, Order, Payment, Delivery — with their attributes, methods, and relationships (associations and dependencies).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3977640"/>
            <a:ext cx="214884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557"/>
                </a:solidFill>
              </a:rPr>
              <a:t>Diagram 6 of 9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365260-2E49-1E87-42D7-64BBEFC31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9893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ACTIVITY DIAGRAM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</a:rPr>
              <a:t>SENG 8240 – Best Programming Practices &amp; Design Patterns  |  CleanWave LSMS  |  2025/2026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943600" cy="3520440"/>
          </a:xfrm>
          <a:prstGeom prst="rect">
            <a:avLst/>
          </a:prstGeom>
          <a:solidFill>
            <a:srgbClr val="F0F7FA"/>
          </a:solidFill>
          <a:ln w="19050">
            <a:solidFill>
              <a:srgbClr val="B8D6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9456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2331720" cy="352044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234440"/>
            <a:ext cx="2331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234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About This Diagram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1783080"/>
            <a:ext cx="2148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Illustrates the workflow of the laundry order process — from customer registration through washing pipeline stages to final delivery and payment confirmation.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3977640"/>
            <a:ext cx="214884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557"/>
                </a:solidFill>
              </a:rPr>
              <a:t>Diagram 7 of 9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A64EA1-CA3F-66EE-154C-93FD532A3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77087" y="-49967"/>
            <a:ext cx="3520439" cy="61441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SEQUENCE DIAGRAM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</a:rPr>
              <a:t>SENG 8240 – Best Programming Practices &amp; Design Patterns  |  CleanWave LSMS  |  2025/2026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943600" cy="3520440"/>
          </a:xfrm>
          <a:prstGeom prst="rect">
            <a:avLst/>
          </a:prstGeom>
          <a:solidFill>
            <a:srgbClr val="F0F7FA"/>
          </a:solidFill>
          <a:ln w="19050">
            <a:solidFill>
              <a:srgbClr val="B8D6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9456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2331720" cy="352044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234440"/>
            <a:ext cx="2331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234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About This Diagram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1783080"/>
            <a:ext cx="2148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interaction between the View (browser), Controller (Express routes), Middleware (JWT), and Model (MySQL) during a login and order creation flow.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3977640"/>
            <a:ext cx="214884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557"/>
                </a:solidFill>
              </a:rPr>
              <a:t>Diagram 8 of 9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5B5A3F-3F71-D809-CD28-D29DDFD7B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598932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 DIAGRAM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</a:rPr>
              <a:t>SENG 8240 – Best Programming Practices &amp; Design Patterns  |  CleanWave LSMS  |  2025/2026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307757"/>
            <a:ext cx="5943600" cy="3520440"/>
          </a:xfrm>
          <a:prstGeom prst="rect">
            <a:avLst/>
          </a:prstGeom>
          <a:solidFill>
            <a:srgbClr val="F0F7FA"/>
          </a:solidFill>
          <a:ln w="19050">
            <a:solidFill>
              <a:srgbClr val="B8D6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9456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2331720" cy="352044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234440"/>
            <a:ext cx="2331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234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About This Diagram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1783080"/>
            <a:ext cx="2148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Depicts the software components: Frontend (HTML pages), Backend (Node.js/Express), Database (MySQL), Docker containers, and their interfaces.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3977640"/>
            <a:ext cx="214884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557"/>
                </a:solidFill>
              </a:rPr>
              <a:t>Diagram 9 of 9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8AB027-C98A-0488-157C-7ED538978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19" y="1307756"/>
            <a:ext cx="5975781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22192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Complete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CleanWave Laundry Service Management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Topic &amp; Case Study defined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631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Problem Statement articulated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4378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Functional Diagram presented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9125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5 UML Diagrams included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RUDASINGWA NSHUTI Bonheur  |  SENG 8240  | 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759</Words>
  <Application>Microsoft Office PowerPoint</Application>
  <PresentationFormat>On-screen Show (16:9)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CleanWave LSMS – Phase 1</dc:title>
  <dc:subject>PptxGenJS Presentation</dc:subject>
  <dc:creator>RUDASINGWA NSHUTI Bonheur</dc:creator>
  <cp:lastModifiedBy>nshuti bonheur</cp:lastModifiedBy>
  <cp:revision>2</cp:revision>
  <dcterms:created xsi:type="dcterms:W3CDTF">2026-05-13T08:13:45Z</dcterms:created>
  <dcterms:modified xsi:type="dcterms:W3CDTF">2026-05-13T22:05:19Z</dcterms:modified>
</cp:coreProperties>
</file>